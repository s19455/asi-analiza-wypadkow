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Analiza wypadków drogowych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C9D4E4"/>
                </a:solidFill>
                <a:latin typeface="Calibri"/>
              </a:rPr>
              <a:t>Predykcja stopnia obrażeń na danych z Montgomery County, Maryland (2015-2024)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Artur Cichocki  •  Bartosz Pikutin  •  Wiktor Golba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C9D4E4"/>
                </a:solidFill>
                <a:latin typeface="Calibri"/>
              </a:rPr>
              <a:t>Projekt zaliczeniowy ASI, PJATK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595959"/>
                </a:solidFill>
                <a:latin typeface="Calibri"/>
              </a:rPr>
              <a:t>•  Klasyfikacja: na podstawie warunków wypadku przewidujemy stopień obrażeń.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95959"/>
                </a:solidFill>
                <a:latin typeface="Calibri"/>
              </a:rPr>
              <a:t>•  Dlaczego: planowanie bezpieczeństwa ruchu, szybsze dysponowanie służb.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95959"/>
                </a:solidFill>
                <a:latin typeface="Calibri"/>
              </a:rPr>
              <a:t>•  Wyzwanie: bardzo silne niezbalansowanie klas.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325880"/>
            <a:ext cx="4937760" cy="3108960"/>
          </a:xfrm>
          <a:prstGeom prst="rect">
            <a:avLst/>
          </a:prstGeom>
          <a:solidFill>
            <a:srgbClr val="F2F4F8"/>
          </a:solidFill>
          <a:ln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55448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3 klasy: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NO_INJURY - brak obrażeń (82%)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MINOR - drobne obrażenia (17%)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D6804F"/>
                </a:solidFill>
                <a:latin typeface="Calibri"/>
              </a:rPr>
              <a:t>SERIOUS - poważne / zgon (1%)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3A55"/>
                </a:solidFill>
                <a:latin typeface="Calibri"/>
              </a:rPr>
              <a:t>Klasa SERIOUS to ~1% danych, dlatego naszą główną metryką jest F1 makro, a nie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Zbiór danych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6C8EBF"/>
                </a:solidFill>
                <a:latin typeface="Calibri"/>
              </a:rPr>
              <a:t>172 105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rekordów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6C8EBF"/>
                </a:solidFill>
                <a:latin typeface="Calibri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kolumny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6C8EBF"/>
                </a:solidFill>
                <a:latin typeface="Calibri"/>
              </a:rPr>
              <a:t>10 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danych (2015-2024)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6C8EB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klasy targetu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Ważniejsze cechy: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pogoda, oświetlenie, stan nawierzchni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typ kolizji, ruch i uszkodzenia pojazdu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limit prędkości, typ i rok pojazdu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data i godzina zdarzenia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Preprocessing (Kedro data_preparation):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usunięcie kolumn z dużą liczbą braków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imputacja: moda (tekst), mediana (liczby)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cechy z daty + is_night, is_bad_weather, vehicle_age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mapowanie targetu 5 -&gt; 3 klasy, enkodowanie tekstu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- co zauważyliśmy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Główne obserwacje: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wypadki SERIOUS częstsze w nocy i przy złej pogodzie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wyższy limit prędkości to więcej poważnych obrażeń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kolizje czołowe (HEAD ON) najgroźniejsze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szczyty wypadków w godzinach dojazdów do pracy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Najważniejsze cechy (wg Random Forest):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Vehicle Damage Extent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Collision Type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Speed Limit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Vehicle Movement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crash_hour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Pełne EDA w notebooks/01_baseline_model.ipynb (wykresy rozkładów, mapa wypadków, korelacje).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Architektura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4446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Trzy warstwy: dane (Kedro), modelowanie (sklearn / Optuna / AutoGluon + MLflow), aplikacja (FastAPI + Streamlit).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Pipeline ML (Kedro)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data_preparation - czyszczenie, cechy, enkodowanie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data_modeling - baseline Random Forest + ewaluacja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hyperparameter_tuning - Grid, Random, Optuna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automl - porównanie kilku modeli sklearn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autogluon - AutoML (AutoGluon)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feature_selection - SelectKBest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371600"/>
            <a:ext cx="5029200" cy="3291840"/>
          </a:xfrm>
          <a:prstGeom prst="rect">
            <a:avLst/>
          </a:prstGeom>
          <a:solidFill>
            <a:srgbClr val="F2F4F8"/>
          </a:solidFill>
          <a:ln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002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3A55"/>
                </a:solidFill>
                <a:latin typeface="Consolas"/>
              </a:rPr>
              <a:t>Uruchomienie: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onsolas"/>
              </a:rPr>
              <a:t>kedro run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onsolas"/>
              </a:rPr>
              <a:t>kedro run --pipeline=tuning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onsolas"/>
              </a:rPr>
              <a:t>kedro run --pipeline=autogluon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onsolas"/>
              </a:rPr>
              <a:t>mlflow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3A55"/>
                </a:solidFill>
                <a:latin typeface="Calibri"/>
              </a:rPr>
              <a:t>Każdy pipeline loguje parametry i metryki do MLflow - 6 eksperymentów, łatwe porównanie modeli.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Wyniki modeli</a:t>
            </a:r>
          </a:p>
        </p:txBody>
      </p:sp>
      <p:pic>
        <p:nvPicPr>
          <p:cNvPr id="4" name="Picture 3" descr="wynik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9784080" cy="4623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23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3A55"/>
                </a:solidFill>
                <a:latin typeface="Calibri"/>
              </a:rPr>
              <a:t>Najlepszy: LightGBM strojony Optuną (50 prób, optymalizacja pod F1 makro).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F1 makro wzrosło z 0.33 (baseline) do 0.47, czyli o ok. 42% - model dużo lepiej łapie klasy rzadkie.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Aplikacja: API +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FastAPI: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POST /predict - predykcja dla zdarzenia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GET /health - status modelu i enkoderów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GET /predictions/recent - log predykcji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Swagger UI pod /docs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każda predykcja zapisywana do predictions.jsonl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Streamlit: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formularz z listami wartości z enkoderów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gotowe scenariusze testowe (np. noc i mokra nawierzchnia)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wynik + prawdopodobieństwa klas na wykresie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historia ostatnich predykcji w panelu bocznym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3A55"/>
                </a:solidFill>
                <a:latin typeface="Calibri"/>
              </a:rPr>
              <a:t>Całość działa lokalnie albo w Dockerze: docker-compose up --build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GitHub Actions: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CI - pytest + ruff + pylint na każdy push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CD - build obrazu Dockera przy tagu v*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CT - cotygodniowy retrening z progiem jakości (F1 ważone &gt;= 0.70)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3A55"/>
                </a:solidFill>
                <a:latin typeface="Calibri"/>
              </a:rPr>
              <a:t>Monitoring: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logowanie wszystkich predykcji (JSONL)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wykrywanie driftu danych (Evidently)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595959"/>
                </a:solidFill>
                <a:latin typeface="Calibri"/>
              </a:rPr>
              <a:t>•  raport HTML + podsumowanie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3A55"/>
                </a:solidFill>
                <a:latin typeface="Calibri"/>
              </a:rPr>
              <a:t>28 testów jednostkowych, lint bez błędów, obraz Dockera z Pythonem 3.12 (tak jak CI).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Podsumowanie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172K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9D4E4"/>
                </a:solidFill>
                <a:latin typeface="Calibri"/>
              </a:rPr>
              <a:t>wypadków w danych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9D4E4"/>
                </a:solidFill>
                <a:latin typeface="Calibri"/>
              </a:rPr>
              <a:t>porównanych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0.78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9D4E4"/>
                </a:solidFill>
                <a:latin typeface="Calibri"/>
              </a:rPr>
              <a:t>F1 ważone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+42%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9D4E4"/>
                </a:solidFill>
                <a:latin typeface="Calibri"/>
              </a:rPr>
              <a:t>poprawa F1 makro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Od surowych danych, przez pipeline Kedro i MLflow, po API z frontendem w Dockerze i CI/CD.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Dziękujemy - 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